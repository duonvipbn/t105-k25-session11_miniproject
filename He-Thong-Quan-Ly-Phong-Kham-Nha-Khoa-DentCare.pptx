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2.png"/><Relationship Id="rId5" Type="http://schemas.openxmlformats.org/officeDocument/2006/relationships/image" Target="../media/image-4-1.png"/><Relationship Id="rId6" Type="http://schemas.openxmlformats.org/officeDocument/2006/relationships/image" Target="../media/image-4-2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Hệ Thống Quản Lý Phòng Khám Nha Khoa DentCare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Số hóa toàn diện quy trình phòng khám — từ đặt lịch, khám bệnh, hồ sơ đến thanh toán.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Phân Tích Hệ Thống &amp; Yêu Cầu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3217168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DentCare là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Transaction Processing System (TPS)</a:t>
            </a:r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bao gồm 5 thành phần HTTT.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3373041"/>
            <a:ext cx="5319083" cy="632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Phần cứng: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Máy tính, thiết bị phòng khám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Phần mềm: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Hệ thống DentCare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Bệnh nhân, lịch hẹn, hóa đơn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Quy trình: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Đặt lịch → Khám → Thanh toán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 người: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Bệnh nhân, Lễ tân, Nha sĩ, Quản lý</a:t>
            </a:r>
            <a:endParaRPr lang="en-US" sz="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939006"/>
            <a:ext cx="5319083" cy="5319216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6364387"/>
            <a:ext cx="5410759" cy="50363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9427" y="6471543"/>
            <a:ext cx="51456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Các chức năng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19427" y="6647458"/>
            <a:ext cx="51456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Quản lý bệnh nhân, đặt/hủy/dời lịch, quản lý lịch nha sĩ, khám bệnh, dịch vụ nha khoa, thanh toán, báo cáo doanh thu.</a:t>
            </a:r>
            <a:endParaRPr lang="en-US" sz="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9461" y="6364387"/>
            <a:ext cx="5410759" cy="5036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77413" y="6471543"/>
            <a:ext cx="514565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Phi chức năng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6277413" y="6647458"/>
            <a:ext cx="514565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Thời gian phản hồi phù hợp, bảo mật dữ liệu, toàn vẹn dữ liệu, phân quyền theo Actor.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653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spc="-6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Stakeholder, User Story &amp; Quy Trình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661475" y="978396"/>
            <a:ext cx="5404509" cy="560189"/>
          </a:xfrm>
          <a:prstGeom prst="roundRect">
            <a:avLst>
              <a:gd name="adj" fmla="val 79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4085" y="1091009"/>
            <a:ext cx="5179288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Bệnh Nhân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4085" y="1293019"/>
            <a:ext cx="5179288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Đăng ký thông tin, đặt/hủy lịch, xem lịch khám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125712" y="978396"/>
            <a:ext cx="5404509" cy="560189"/>
          </a:xfrm>
          <a:prstGeom prst="roundRect">
            <a:avLst>
              <a:gd name="adj" fmla="val 79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38322" y="1091009"/>
            <a:ext cx="5179288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Lễ Tân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38322" y="1293019"/>
            <a:ext cx="5179288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Quản lý hồ sơ, đặt lịch, tiếp nhận, tạo hóa đơn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61475" y="1598315"/>
            <a:ext cx="5404509" cy="560189"/>
          </a:xfrm>
          <a:prstGeom prst="roundRect">
            <a:avLst>
              <a:gd name="adj" fmla="val 79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4085" y="1710928"/>
            <a:ext cx="5179288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Nha Sĩ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4085" y="1912938"/>
            <a:ext cx="5179288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Xem lịch, khám bệnh, ghi chẩn đoán và điều trị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5712" y="1598315"/>
            <a:ext cx="5404509" cy="560189"/>
          </a:xfrm>
          <a:prstGeom prst="roundRect">
            <a:avLst>
              <a:gd name="adj" fmla="val 79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8322" y="1710928"/>
            <a:ext cx="5179288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Quản Lý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38322" y="1912938"/>
            <a:ext cx="5179288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spc="-1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Quản lý dịch vụ, xem báo cáo, theo dõi hệ thống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1475" y="2248198"/>
            <a:ext cx="10868745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Quy Trình Tổng Quát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504083"/>
            <a:ext cx="531601" cy="63787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52804" y="2610346"/>
            <a:ext cx="1027741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Đặt Lịch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141960"/>
            <a:ext cx="531601" cy="63787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52804" y="3248223"/>
            <a:ext cx="1027741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Tiếp Nhận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779838"/>
            <a:ext cx="531601" cy="63787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52804" y="3886101"/>
            <a:ext cx="1027741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Khám Bệnh</a:t>
            </a:r>
            <a:endParaRPr lang="en-US" sz="1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417715"/>
            <a:ext cx="531601" cy="63787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52804" y="4523978"/>
            <a:ext cx="1027741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Ghi Hồ Sơ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5055592"/>
            <a:ext cx="531601" cy="63787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52804" y="5161855"/>
            <a:ext cx="1027741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Tạo Hóa Đơn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5693470"/>
            <a:ext cx="531601" cy="63787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52804" y="5799733"/>
            <a:ext cx="1027741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spc="-3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Thanh Toán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309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Story Tiêu Biểu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99581"/>
            <a:ext cx="3496877" cy="1827411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222" y="2816324"/>
            <a:ext cx="417304" cy="41731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1" y="4592935"/>
            <a:ext cx="417304" cy="4173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0335" y="3308449"/>
            <a:ext cx="2879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Với tư cách là bệnh nhân, tôi muốn đặt lịch hẹn để lên lịch khám răng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4347359" y="2999581"/>
            <a:ext cx="3496877" cy="1827411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107" y="2816324"/>
            <a:ext cx="417304" cy="417314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185" y="4592935"/>
            <a:ext cx="417304" cy="41731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656219" y="3308449"/>
            <a:ext cx="287915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Là một nha sĩ, tôi muốn ghi lại chẩn đoán và kế hoạch điều trị để lưu trữ hồ sơ bệnh án của bệnh nhân.</a:t>
            </a:r>
            <a:endParaRPr lang="en-US" sz="1450" dirty="0"/>
          </a:p>
        </p:txBody>
      </p:sp>
      <p:sp>
        <p:nvSpPr>
          <p:cNvPr id="11" name="Shape 5"/>
          <p:cNvSpPr/>
          <p:nvPr/>
        </p:nvSpPr>
        <p:spPr>
          <a:xfrm>
            <a:off x="8033244" y="2999581"/>
            <a:ext cx="3496877" cy="1827411"/>
          </a:xfrm>
          <a:prstGeom prst="roundRect">
            <a:avLst>
              <a:gd name="adj" fmla="val 4344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991" y="2816324"/>
            <a:ext cx="417304" cy="417314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6070" y="4592935"/>
            <a:ext cx="417304" cy="41731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342104" y="3308449"/>
            <a:ext cx="2879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Với tư cách là lễ tân, tôi muốn tạo hóa đơn để bệnh nhân có thể hoàn tất thanh toán.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474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spc="-7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Activity Diagram — Đặt Lịch , Khám  &amp; Thanh toán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69293"/>
            <a:ext cx="4514439" cy="476785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4877" y="1169293"/>
            <a:ext cx="3551942" cy="2675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70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Case Diagram — Tổng Thể Hệ Thống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412430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Actor chính tương tác với 6 nhóm Use Case. Quan hệ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include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extend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và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Actor Generalization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được thể hiện đầy đủ.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1933773"/>
            <a:ext cx="5203794" cy="33920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spc="-7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 Diagram — Mô Hình Dữ Liệu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36638"/>
            <a:ext cx="8653444" cy="50651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Sequence Diagram — Các Luồng Tương Tác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Đặt Lịch Hẹn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052413"/>
            <a:ext cx="10779153" cy="46482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1583" y="4819221"/>
            <a:ext cx="3297564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DentistService kiểm tra CSDL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3743215"/>
            <a:ext cx="3316074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AppointmentService truy vấn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2678077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DatLichUI gọi Service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31583" y="1602071"/>
            <a:ext cx="2579056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BenhNhan gửi Yêu Cầu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5771555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Khám Bệnh &amp; Tạo Hóa Đơn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81" y="5990034"/>
            <a:ext cx="10693132" cy="52567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81706" y="6482850"/>
            <a:ext cx="244543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Chi Tiết Dịch Vụ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5981706" y="6875487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Vòng lặp dịch vụ &amp; ghi chú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981706" y="7711031"/>
            <a:ext cx="2445432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Tính Hóa Đơn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5981706" y="8103668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InvoiceService tính tổng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981706" y="8939212"/>
            <a:ext cx="2445432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Lưu Hồ Sơ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981706" y="9331849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Gọi RecordService lưu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992575" y="10167393"/>
            <a:ext cx="2445433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Tương Tác Bác Sĩ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5992575" y="10560031"/>
            <a:ext cx="4945208" cy="183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Bắt đầu khám bệnh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61475" y="11317585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Hủy Lịch</a:t>
            </a:r>
            <a:endParaRPr lang="en-US" sz="9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88" y="11536065"/>
            <a:ext cx="10694918" cy="60523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38895" y="12295336"/>
            <a:ext cx="2445455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Yêu cầu Hủy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7438895" y="12687977"/>
            <a:ext cx="3749697" cy="183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Bệnh nhân gửi yêu cầu hủy qua UI.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2307176" y="13489394"/>
            <a:ext cx="2445454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Gọi Hủy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1002934" y="13882035"/>
            <a:ext cx="3749697" cy="36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HuyLichUI gọi vào AppointmentService để xử lý.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7438895" y="14686507"/>
            <a:ext cx="2445455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Kiểm tra CSDL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7438895" y="15079148"/>
            <a:ext cx="3749697" cy="36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AppointmentService kiểm tra trạng thái trong CSDL.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2308874" y="15882093"/>
            <a:ext cx="2445455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Hủy hoặc Từ chối</a:t>
            </a:r>
            <a:endParaRPr lang="en-US" sz="1900" dirty="0"/>
          </a:p>
        </p:txBody>
      </p:sp>
      <p:sp>
        <p:nvSpPr>
          <p:cNvPr id="28" name="Text 23"/>
          <p:cNvSpPr/>
          <p:nvPr/>
        </p:nvSpPr>
        <p:spPr>
          <a:xfrm>
            <a:off x="1004632" y="16274734"/>
            <a:ext cx="3749697" cy="36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Nếu được phép thì hủy và gửi SMS, nếu không thì từ chối.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163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11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Rules, Validation &amp; Constraint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615480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089348"/>
            <a:ext cx="5207465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Phone: 10 chữ số, bắt đầu bằng 0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DateOfBirth ≤ ngày hiện tại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AppointmentDate ≥ ngày hiện tại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UnitPrice &gt; 0; Quantity ≥ 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29105" y="1615480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Rules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29105" y="2089348"/>
            <a:ext cx="5207465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Không trùng lịch nha sĩ cùng timeSlot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Chỉ hủy lịch Chờ xác nhận / Đã xác nhận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Lịch Đã khám không thể hủy</a:t>
            </a:r>
            <a:endParaRPr lang="en-US" sz="1450" dirty="0"/>
          </a:p>
          <a:p>
            <a:pPr algn="l" marL="294640" indent="-294640">
              <a:lnSpc>
                <a:spcPct val="132000"/>
              </a:lnSpc>
              <a:buSzPct val="100000"/>
              <a:buChar char="•"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chỉ tạo sau MedicalRecord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3801566"/>
            <a:ext cx="108687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Constraint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1475" y="4367014"/>
            <a:ext cx="2579821" cy="101342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2905" y="4578449"/>
            <a:ext cx="21569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duy nhất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424449" y="4367014"/>
            <a:ext cx="2579821" cy="101342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5879" y="4578449"/>
            <a:ext cx="21569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Appointment thuộc đúng 1 Patient và 1 Dentist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87424" y="4367014"/>
            <a:ext cx="2579821" cy="101342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8854" y="4578449"/>
            <a:ext cx="21569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MedicalRecord thuộc đúng 1 Appointment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950399" y="4367014"/>
            <a:ext cx="2579821" cy="101342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1829" y="4578449"/>
            <a:ext cx="21569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thuộc đúng 1 MedicalRecord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5563592"/>
            <a:ext cx="10868745" cy="718145"/>
          </a:xfrm>
          <a:prstGeom prst="roundRect">
            <a:avLst>
              <a:gd name="adj" fmla="val 10882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2905" y="5775027"/>
            <a:ext cx="1044588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Xóa Patient không xóa MedicalRecord và Invoice lịch sử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99877"/>
            <a:ext cx="629686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spc="-7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Kết Luận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475" y="1109563"/>
            <a:ext cx="629686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DentCare chuyển đổi quy trình phòng khám từ thủ công sang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spc="-2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quản lý số hóa</a:t>
            </a:r>
            <a:pPr algn="l" indent="0" marL="0">
              <a:lnSpc>
                <a:spcPct val="110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tập trung vào đặt lịch, khám bệnh, hồ sơ bệnh nhân và thanh toán.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61475" y="1529755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1845" y="1660128"/>
            <a:ext cx="372061" cy="37207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4137" y="1762423"/>
            <a:ext cx="167378" cy="1673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1845" y="2113558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Đặt Lịch Thông Minh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91845" y="2356148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Tránh trùng lịch, đề xuất khung giờ linh hoạt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61475" y="2732187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1845" y="2862560"/>
            <a:ext cx="372061" cy="37207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137" y="2964855"/>
            <a:ext cx="167378" cy="1673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1845" y="3315990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Hồ Sơ Số Hóa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91845" y="3558580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Lưu trữ, tra cứu lịch sử điều trị nhanh chóng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61475" y="3934619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91845" y="4064992"/>
            <a:ext cx="372061" cy="37207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4137" y="4167287"/>
            <a:ext cx="167378" cy="16738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91845" y="4518422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Thanh Toán Tự Động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91845" y="4761012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Hóa đơn chính xác, tổng hợp doanh thu dễ dàng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61475" y="5137051"/>
            <a:ext cx="6296860" cy="1121073"/>
          </a:xfrm>
          <a:prstGeom prst="roundRect">
            <a:avLst>
              <a:gd name="adj" fmla="val 464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91845" y="5267424"/>
            <a:ext cx="372061" cy="372070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137" y="5369719"/>
            <a:ext cx="167378" cy="16738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91845" y="5720854"/>
            <a:ext cx="60361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spc="-3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Báo Cáo Toàn Diện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791845" y="5963444"/>
            <a:ext cx="60361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spc="-2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 dõi hoạt động và hiệu quả phòng khám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2026-09-23T06:04:02Z</dcterms:created>
  <dcterms:modified xsi:type="dcterms:W3CDTF">2026-09-23T06:04:02Z</dcterms:modified>
</cp:coreProperties>
</file>